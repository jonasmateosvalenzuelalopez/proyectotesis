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70" r:id="rId11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8385C-8A94-16F7-6EB1-03F10E2E1298}" v="5" dt="2026-06-19T20:49:20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tableStyles" Target="tableStyles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Medina" userId="70e2d102fea2be0b" providerId="Windows Live" clId="Web-{28E8385C-8A94-16F7-6EB1-03F10E2E1298}"/>
    <pc:docChg chg="modSld">
      <pc:chgData name="Carolina Medina" userId="70e2d102fea2be0b" providerId="Windows Live" clId="Web-{28E8385C-8A94-16F7-6EB1-03F10E2E1298}" dt="2026-06-19T20:49:20.926" v="4" actId="14100"/>
      <pc:docMkLst>
        <pc:docMk/>
      </pc:docMkLst>
      <pc:sldChg chg="addSp modSp">
        <pc:chgData name="Carolina Medina" userId="70e2d102fea2be0b" providerId="Windows Live" clId="Web-{28E8385C-8A94-16F7-6EB1-03F10E2E1298}" dt="2026-06-19T20:49:20.926" v="4" actId="14100"/>
        <pc:sldMkLst>
          <pc:docMk/>
          <pc:sldMk cId="2391963198" sldId="256"/>
        </pc:sldMkLst>
        <pc:picChg chg="add mod">
          <ac:chgData name="Carolina Medina" userId="70e2d102fea2be0b" providerId="Windows Live" clId="Web-{28E8385C-8A94-16F7-6EB1-03F10E2E1298}" dt="2026-06-19T20:49:20.926" v="4" actId="14100"/>
          <ac:picMkLst>
            <pc:docMk/>
            <pc:sldMk cId="2391963198" sldId="256"/>
            <ac:picMk id="2" creationId="{940DD14E-9A2F-BEB9-BA28-E596FDF87D46}"/>
          </ac:picMkLst>
        </pc:picChg>
        <pc:picChg chg="mod">
          <ac:chgData name="Carolina Medina" userId="70e2d102fea2be0b" providerId="Windows Live" clId="Web-{28E8385C-8A94-16F7-6EB1-03F10E2E1298}" dt="2026-06-19T20:49:14.191" v="3" actId="1076"/>
          <ac:picMkLst>
            <pc:docMk/>
            <pc:sldMk cId="2391963198" sldId="256"/>
            <ac:picMk id="1026" creationId="{DBCE0F62-5978-5D25-A8E3-872B6D0A99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Nombre de estudiante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Funciones desempeñadas</a:t>
          </a:r>
          <a:endParaRPr lang="es-CL" sz="20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19-06-2026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“NOMBRE DEL PROYECTO”</a:t>
            </a:r>
          </a:p>
          <a:p>
            <a:pPr algn="ctr"/>
            <a:r>
              <a:rPr lang="es-MX" sz="2400" dirty="0"/>
              <a:t>FASE 1 · EXPOSICIÓN IDEA DE PROYECTO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9683936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Definición del Stack Tecnológico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272</Words>
  <Application>Microsoft Office PowerPoint</Application>
  <PresentationFormat>Panorámica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Gerardo enrique Galan Cruz</cp:lastModifiedBy>
  <cp:revision>5</cp:revision>
  <dcterms:created xsi:type="dcterms:W3CDTF">2023-10-28T21:12:11Z</dcterms:created>
  <dcterms:modified xsi:type="dcterms:W3CDTF">2026-06-19T20:49:30Z</dcterms:modified>
</cp:coreProperties>
</file>